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52948" y="685800"/>
            <a:ext cx="685800" cy="68580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396" y="84124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MQTT and Python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Big Data Storage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004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SQL, Document and Graph Database Platforms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 DB-B1  —  Environmental Monitoring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7150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Abebe, Eyasu Belete   ·   Student ID: 571914   ·   Eyasu_abebe@studenti.unime.it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6053328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github.com/Joshua-Abebe/environment-monitoring-system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database is not enough for IoT telemetry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105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55064"/>
            <a:ext cx="1017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data, one environment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93392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sensor readings, free-form event records, and a web of relationships between devices, locations and metrics — no single database model handles all three well at once.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8211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026664"/>
            <a:ext cx="1017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multi-database pipeline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364992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IoT sensors across several rooms publish over MQTT; every event is routed into a relational store, a document store and a graph store — each used for what it does best.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5371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398264"/>
            <a:ext cx="1017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a small production system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4736592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validation and normalization, per-database failure isolation, per-stage performance instrumentation, and an automated test suite that runs in CI on every change.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the MQTT Layer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event flow — one event in, three stores updated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6060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9992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(simulator)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103120" y="3063240"/>
            <a:ext cx="4572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56032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6060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29992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114800" y="3063240"/>
            <a:ext cx="4572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572000" y="21488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 w="12700">
            <a:solidFill>
              <a:srgbClr val="1A25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23317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7889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normalize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check → write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 flipV="1">
            <a:off x="6766560" y="2057400"/>
            <a:ext cx="502920" cy="10058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269480" y="16687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9110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26680" y="1723644"/>
            <a:ext cx="1344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readings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 flipV="1">
            <a:off x="6766560" y="3063240"/>
            <a:ext cx="5029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269480" y="26746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291693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26680" y="2729484"/>
            <a:ext cx="1344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766560" y="3063240"/>
            <a:ext cx="502920" cy="10058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7269480" y="36804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392277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26680" y="3735324"/>
            <a:ext cx="1344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graph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9144000" y="2057400"/>
            <a:ext cx="594360" cy="10058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9144000" y="3063240"/>
            <a:ext cx="59436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 flipV="1">
            <a:off x="9144000" y="3063240"/>
            <a:ext cx="594360" cy="10058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9738360" y="2468880"/>
            <a:ext cx="1901952" cy="1188720"/>
          </a:xfrm>
          <a:prstGeom prst="roundRect">
            <a:avLst>
              <a:gd name="adj" fmla="val 6154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260604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784080" y="29992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6F7F1"/>
          </a:solidFill>
          <a:ln w="12700">
            <a:solidFill>
              <a:srgbClr val="BEE3D6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822960" y="5321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STRUCTURE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22960" y="5596128"/>
            <a:ext cx="4023360" cy="603504"/>
          </a:xfrm>
          <a:prstGeom prst="roundRect">
            <a:avLst>
              <a:gd name="adj" fmla="val 10606"/>
            </a:avLst>
          </a:prstGeom>
          <a:solidFill>
            <a:srgbClr val="1A2538"/>
          </a:solidFill>
          <a:ln w="12700">
            <a:solidFill>
              <a:srgbClr val="1A2538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960120" y="565099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building/lab_a/temperature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building/#   (wildcard)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5074920" y="534924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encodes both location and measurement type, so the subscriber — or any future consumer — can filter by either dimension using standard MQTT wildcards, without first parsing every payload.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 — Realistic Sensor Simulation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simulated sensors, each on its own thread and interval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66944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bounded random walk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26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and lingers near whichever bound it last wandered to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a large fraction of time inside the alert zone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unrealistic, almost constant stream of alerts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73368" y="1554480"/>
            <a:ext cx="5266944" cy="3200400"/>
          </a:xfrm>
          <a:prstGeom prst="roundRect">
            <a:avLst>
              <a:gd name="adj" fmla="val 2286"/>
            </a:avLst>
          </a:prstGeom>
          <a:solidFill>
            <a:srgbClr val="E6F7F1"/>
          </a:solidFill>
          <a:ln w="12700">
            <a:solidFill>
              <a:srgbClr val="B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8105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50608" y="182880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Mean-reverting walk + spike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693408" y="2423160"/>
            <a:ext cx="4626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pulls the value back toward a configured “normal” baseline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independent per-reading probability of a sharp anomaly spike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Idles realistically; alerts happen, but are the exception, not the rule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99516" y="50749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99516" y="5202936"/>
            <a:ext cx="3291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836676" y="5602986"/>
            <a:ext cx="301752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sensors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448556" y="50749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448556" y="5202936"/>
            <a:ext cx="3291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4585716" y="5602986"/>
            <a:ext cx="301752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types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97596" y="50749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197596" y="5202936"/>
            <a:ext cx="3291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8334756" y="5602986"/>
            <a:ext cx="301752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covered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— Validation, Normalization &amp; Alerting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passes through three defensive steps before it is written anywhere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6676" y="1691640"/>
            <a:ext cx="3200400" cy="3703320"/>
          </a:xfrm>
          <a:prstGeom prst="roundRect">
            <a:avLst>
              <a:gd name="adj" fmla="val 2857"/>
            </a:avLst>
          </a:prstGeom>
          <a:solidFill>
            <a:srgbClr val="1A2538"/>
          </a:solidFill>
          <a:ln w="12700">
            <a:solidFill>
              <a:srgbClr val="1A25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4268" y="1965960"/>
            <a:ext cx="585216" cy="585216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852" y="20665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9556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0996" y="31546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parsed as JSON and checked against a required-field schema. Malformed or incomplete messages are logged and dropped — never allowed to crash the pipeline.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037076" y="3543300"/>
            <a:ext cx="4572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94276" y="1691640"/>
            <a:ext cx="3200400" cy="3703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1868" y="1965960"/>
            <a:ext cx="585216" cy="585216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52" y="20665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7156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Normalize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68596" y="31546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sensor-type string is trimmed, lower-cased and space-collapsed before any comparison, so a stray formatting quirk cannot silently disable a threshold check.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694676" y="3543300"/>
            <a:ext cx="4572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151876" y="1691640"/>
            <a:ext cx="3200400" cy="3703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59468" y="1965960"/>
            <a:ext cx="585216" cy="585216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206654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4756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 (edge-triggered)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26196" y="31546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that stays over threshold for many readings produces exactly one alert, the moment it first crosses — and re-arms once the value drops back under.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Multi-Database Integration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polyglot-persistence design — each store used for what it does best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69164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684" y="18379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60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sensors, readings and alerts</a:t>
            </a:r>
            <a:endParaRPr lang="en-US" sz="11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pipeline performance metrics</a:t>
            </a:r>
            <a:endParaRPr lang="en-US" sz="11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relational analytics — averages, joins across sensors and rooms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mysql-connector-python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79976" y="137160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28716" y="1691640"/>
            <a:ext cx="731520" cy="7315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18379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79976" y="2560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4296" y="30632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every raw incoming JSON event exactly as received</a:t>
            </a:r>
            <a:endParaRPr lang="en-US" sz="11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schema</a:t>
            </a:r>
            <a:endParaRPr lang="en-US" sz="11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original document for flexibility and auditing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379976" y="5166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pymongo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11312" y="137160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60052" y="169164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56" y="18379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11312" y="2560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85632" y="30632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locations and metrics modelled as a graph</a:t>
            </a:r>
            <a:endParaRPr lang="en-US" sz="11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sync via idempotent MERGE on every event</a:t>
            </a:r>
            <a:endParaRPr lang="en-US" sz="11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relationship / network queries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11312" y="5166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(Bolt driver)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Fail Gracefully, Not Together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Per-database write isolation — informed by a real incident during testing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database write is wrapped in its own isolated try/except block, rather than one block around the whole pipeline. This was not a hypothetical concern: during testing, a MongoDB container restart caused writes to that one database to fail silently for a period, while MySQL and Neo4j kept working normally.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single-try/except design would have swallowed that failure along with the rest of the event's processing. Isolating each write means a single store having an outage degrades gracefully — logged distinctly — instead of taking the whole event down with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25112" cy="4069080"/>
          </a:xfrm>
          <a:prstGeom prst="roundRect">
            <a:avLst>
              <a:gd name="adj" fmla="val 2247"/>
            </a:avLst>
          </a:prstGeom>
          <a:solidFill>
            <a:srgbClr val="1A2538"/>
          </a:solidFill>
          <a:ln w="12700">
            <a:solidFill>
              <a:srgbClr val="1A25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66276" y="1965960"/>
            <a:ext cx="822960" cy="82296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2" y="21396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3017520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680960" y="3886200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try/except blocks — one per database write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466344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MongoDB outage no longer silently takes MySQL or Neo4j down with it.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Performance Evaluation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coverage, plus instrumentation that caught a misleading benchmark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9516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9516" y="15910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36676" y="2116836"/>
            <a:ext cx="30175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tests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48556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48556" y="15910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85716" y="2116836"/>
            <a:ext cx="30175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versions in CI (3.11 / 3.12)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97596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97596" y="15910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34756" y="2116836"/>
            <a:ext cx="30175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timed independently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22783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072384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write timing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10712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MySQL, Neo4j, MongoDB and total latency are timed independently for every event, so a slowdown in one store is never hidden inside a single end-to-end number.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370832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4215384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read benchmarking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80160" y="4553712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is warmed up before the timed query runs — without it, Neo4j's one-time BOLT handshake made it look like consistently the slowest database, when query performance was actually comparable.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51383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5358384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end-to-end verification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280160" y="5696712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 was run via Docker Compose; live readings, alerts, analytics and Manage-page edits were all confirmed to take effect immediately, without restarting any container.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System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of sensors, rooms, events recorded today and total alerts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home page, reading live from all three databases.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Live Readings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value per sensor, grouped by room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live_rea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readings plus a recent-history table and trend chart.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Alerts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Severity-coded threshold excursions raised by the subscriber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 with the threshold rules shown inline for context.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Performance (Write)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write latency for every event processed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MySQL, Neo4j, MongoDB and total latency, timed independently.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Performance (Read)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Read-latency benchmark across all three databases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performance_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warmed up before timing, to keep the comparison fair.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Analytics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cross-database views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readings shown; also averages, alerts, raw events, sensor/room network and statistics.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Manage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and removing rooms and sensors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6224" y="1307592"/>
            <a:ext cx="7699248" cy="4425696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52" y="1417320"/>
            <a:ext cx="74797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6130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page also creates Neo4j relationships between sensors, metrics and rooms.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Backends, Verified Directly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each store independently holds real data — not just relayed through the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77110" y="1325880"/>
            <a:ext cx="343448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xciting-dreamy-cray/mnt/outputs/screenshots/mysql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550" y="1417320"/>
            <a:ext cx="3251606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8550" y="3456432"/>
            <a:ext cx="32516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event_metrics table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77356" y="1325880"/>
            <a:ext cx="343448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sessions/exciting-dreamy-cray/mnt/outputs/screenshots/mongo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1417320"/>
            <a:ext cx="3251606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68796" y="3456432"/>
            <a:ext cx="32516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 — raw sensor_events collection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477110" y="3886200"/>
            <a:ext cx="343448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/sessions/exciting-dreamy-cray/mnt/outputs/screenshots/neo4j_evid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550" y="3977640"/>
            <a:ext cx="3251606" cy="182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8550" y="6016752"/>
            <a:ext cx="32516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Browser — live sensor / location / metric graph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77356" y="3886200"/>
            <a:ext cx="343448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/sessions/exciting-dreamy-cray/mnt/outputs/screenshots/docker_evid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3977640"/>
            <a:ext cx="3251606" cy="1828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68796" y="6016752"/>
            <a:ext cx="32516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— all seven services running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Future Work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66944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673352"/>
            <a:ext cx="4261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286000"/>
            <a:ext cx="46268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fully containerized MQTT → 3-database pipeline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event validation and edge-triggered alerting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Per-database failure isolation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performance instrumentation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test suite (48 tests) that runs in CI on every change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73368" y="1417320"/>
            <a:ext cx="5266944" cy="4480560"/>
          </a:xfrm>
          <a:prstGeom prst="roundRect">
            <a:avLst>
              <a:gd name="adj" fmla="val 2041"/>
            </a:avLst>
          </a:prstGeom>
          <a:solidFill>
            <a:srgbClr val="E6F7F1"/>
          </a:solidFill>
          <a:ln w="12700">
            <a:solidFill>
              <a:srgbClr val="BE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6916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50608" y="1673352"/>
            <a:ext cx="4261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93408" y="2286000"/>
            <a:ext cx="46268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Machine-learning-based anomaly detection in place of fixed thresholds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a cloud environment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real sensor hardware in place of the simulator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Dockerfiles, so dependencies are not reinstalled on every container start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52948" y="1005840"/>
            <a:ext cx="685800" cy="685800"/>
          </a:xfrm>
          <a:prstGeom prst="ellipse">
            <a:avLst/>
          </a:prstGeom>
          <a:solidFill>
            <a:srgbClr val="0F9D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396" y="11612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configuration, automated tests and the CI workflow: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352648" y="33375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52648" y="3337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github.com/Joshua-Abebe/environment-monitoring-system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usage instructions are documented in the repository's README.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Abebe, Eyasu Belete   ·   Student ID: 571914   ·   Eyasu_abebe@studenti.unime.it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Monitoring System - Project Presentation</dc:title>
  <dc:subject>PptxGenJS Presentation</dc:subject>
  <dc:creator>Eyasu Belete Abebe</dc:creator>
  <cp:lastModifiedBy>Eyasu Belete Abebe</cp:lastModifiedBy>
  <cp:revision>1</cp:revision>
  <dcterms:created xsi:type="dcterms:W3CDTF">2026-06-28T19:42:03Z</dcterms:created>
  <dcterms:modified xsi:type="dcterms:W3CDTF">2026-06-28T19:42:03Z</dcterms:modified>
</cp:coreProperties>
</file>